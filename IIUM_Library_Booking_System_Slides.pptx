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N/A (self-created content)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N/A (self-created content)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N/A (self-created content)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N/A (self-created diagram based on project description)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N/A (self-created mockups based on provided JavaFX screens)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ISLAMIC UNIVERSITY MALAYSIA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0350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Kulliyyah of Engineering • BICS 1301 Object Oriented Programming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IIUM Facilities Management System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1, 2025/2026 Session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10607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913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Group 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9136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Dr. Norsaremah Bt. Salleh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31596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Ibrahim Bin Nasrum (2116467)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Muhammad Izwan Bin Muhammad Isham (2428113)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Mohammad Amir Imtiyaz Bin Mohd Annuar (2212545)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Contribution (Assignment 2 – GUI)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908792" cy="5394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10543032" cy="411480"/>
          </a:xfrm>
          <a:prstGeom prst="rect">
            <a:avLst/>
          </a:prstGeom>
          <a:solidFill>
            <a:srgbClr val="E8F1FB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325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No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780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/ Screen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700784"/>
            <a:ext cx="1054303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65376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Bin Nasrum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49040" y="1865376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2116467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57800" y="1865376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(Make / Cancel / View)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0" y="1865376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 (room + time) • My Bookings table • Cancel booking + status updates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22960" y="3072384"/>
            <a:ext cx="1054303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36976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Izwan Bin Muhammad Isham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49040" y="3236976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2428113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57800" y="3236976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Main Navigation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0" y="3236976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UI (Matric No + Password) • Input validation • Error message / scene transition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22960" y="4443984"/>
            <a:ext cx="1054303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08576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Amir Imtiyaz Bin Mohd Annuar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49040" y="4608576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2212545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57800" y="4608576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List &amp; Availability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0" y="4608576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TableView room listing • Filter available rooms • Refresh list • Proceed to booking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(Library IIUM Facilities Management System)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440680" cy="5394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25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(Manual Booking)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must visit the library to check room availability.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Wastes time &amp; effort when rooms are fully booked.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quick view of capacity, location, or booking duration.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to plan study sessions efficiently.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29768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a centralized system to view room availability remotely.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 booking of available facilities with clear start/end times.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key room info (ID, type, capacity, location, status).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143000"/>
            <a:ext cx="510235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143000"/>
            <a:ext cx="5102352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2984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Focus (GUI Only)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1874520"/>
            <a:ext cx="4709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implemented in JavaFX: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Login Screen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Matric No + Password input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Validation + error feedback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Room List &amp; Availability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TableView listing rooms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Filter “Available” + Refresh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Select room → Booking screen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Booking Screen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Choose room + start/end date &amp; time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Book Now + Cancel Booking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“My Bookings” list update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 (High-Level)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11018520" cy="57607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1325880"/>
            <a:ext cx="2423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92040" y="1325880"/>
            <a:ext cx="2423160" cy="411480"/>
          </a:xfrm>
          <a:prstGeom prst="rect">
            <a:avLst/>
          </a:prstGeom>
          <a:solidFill>
            <a:srgbClr val="E8F1FB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01768" y="139903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1737360"/>
            <a:ext cx="24231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0056" y="182880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matricNo: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password: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login(): boolean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makeBooking(...)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cancelBooking(...)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20240" y="3017520"/>
            <a:ext cx="26517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3017520"/>
            <a:ext cx="2651760" cy="411480"/>
          </a:xfrm>
          <a:prstGeom prst="rect">
            <a:avLst/>
          </a:prstGeom>
          <a:solidFill>
            <a:srgbClr val="E8F1FB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309067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3429000"/>
            <a:ext cx="26517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35204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&lt;&lt;inherits User&gt;&gt;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viewRooms()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viewMyBookings()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3017520"/>
            <a:ext cx="26517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0" y="3017520"/>
            <a:ext cx="2651760" cy="411480"/>
          </a:xfrm>
          <a:prstGeom prst="rect">
            <a:avLst/>
          </a:prstGeom>
          <a:solidFill>
            <a:srgbClr val="E8F1FB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309067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0" y="3429000"/>
            <a:ext cx="26517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7536" y="35204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&lt;&lt;inherits User&gt;&gt;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manageRooms()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manageBookings()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3520440"/>
            <a:ext cx="242316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520440"/>
            <a:ext cx="2423160" cy="411480"/>
          </a:xfrm>
          <a:prstGeom prst="rect">
            <a:avLst/>
          </a:prstGeom>
          <a:solidFill>
            <a:srgbClr val="E8F1FB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3593592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3931920"/>
            <a:ext cx="24231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4023360"/>
            <a:ext cx="21671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bookingId: 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start: DateTime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end: DateTime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status: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overlaps(...): boolean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5840" y="4892040"/>
            <a:ext cx="297180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" y="4892040"/>
            <a:ext cx="2971800" cy="411480"/>
          </a:xfrm>
          <a:prstGeom prst="rect">
            <a:avLst/>
          </a:prstGeom>
          <a:solidFill>
            <a:srgbClr val="E8F1FB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4965192"/>
            <a:ext cx="2752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05840" y="5303520"/>
            <a:ext cx="297180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856" y="5394960"/>
            <a:ext cx="2715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rooms: List&lt;Room&gt;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bookings: List&lt;Booking&gt;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getRoomsList()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addBooking(b)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cancelBooking(id)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66760" y="4892040"/>
            <a:ext cx="297180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4892040"/>
            <a:ext cx="2971800" cy="411480"/>
          </a:xfrm>
          <a:prstGeom prst="rect">
            <a:avLst/>
          </a:prstGeom>
          <a:solidFill>
            <a:srgbClr val="E8F1FB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76488" y="4965192"/>
            <a:ext cx="2752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366760" y="5303520"/>
            <a:ext cx="297180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94776" y="5394960"/>
            <a:ext cx="2715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roomId: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type: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capacity: 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location: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available: boolean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setAvailable(v)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46120" y="3017520"/>
            <a:ext cx="2857500" cy="-27432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15400" y="3017520"/>
            <a:ext cx="-2811780" cy="-27432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03620" y="2743200"/>
            <a:ext cx="0" cy="7772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6236208" y="2907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33101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4480560"/>
            <a:ext cx="1051560" cy="100584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7498080" y="4709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38160" y="52303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77640" y="5532120"/>
            <a:ext cx="9144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315200" y="5532120"/>
            <a:ext cx="10515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4160520" y="53492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26280" y="5349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79792" y="5349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5349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7240" y="9601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1051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Diagram reflects main classes from Assignment 1 (User, Room, Booking, Library)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design the Assignment 2 JavaFX screens.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6304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(JavaFX GUI Prototype Flow)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480560" cy="56692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98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406908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Login Screen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Enter matric no &amp; password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Click LOGIN (validate input)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Room List Screen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View all rooms in TableView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Filter: Show Available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Select a room → Proceed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Booking Screen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Choose start/end date &amp; time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Book Now → appears in My Bookings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Cancel Booking → status updates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349240" y="1234440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49240" y="1234440"/>
            <a:ext cx="333756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1307592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169164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No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1874520"/>
            <a:ext cx="2971800" cy="3200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28600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2468880"/>
            <a:ext cx="2971800" cy="3200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2926080"/>
            <a:ext cx="2971800" cy="411480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99923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234440"/>
            <a:ext cx="30632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0" y="1234440"/>
            <a:ext cx="306324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307592"/>
            <a:ext cx="2734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List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737360"/>
            <a:ext cx="2697480" cy="1234440"/>
          </a:xfrm>
          <a:prstGeom prst="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737360"/>
            <a:ext cx="2697480" cy="228600"/>
          </a:xfrm>
          <a:prstGeom prst="rect">
            <a:avLst/>
          </a:prstGeom>
          <a:solidFill>
            <a:srgbClr val="E8F1FB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7647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 Type   Avail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08592" y="198424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R101  Lecture 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R102  Lab     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R201  Meeting  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35440" y="3063240"/>
            <a:ext cx="12801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31363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52760" y="3063240"/>
            <a:ext cx="1280160" cy="384048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52760" y="31363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3886200"/>
            <a:ext cx="6766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3886200"/>
            <a:ext cx="676656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3959352"/>
            <a:ext cx="6437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4526280"/>
            <a:ext cx="2194560" cy="3200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4590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63840" y="4526280"/>
            <a:ext cx="1920240" cy="3200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45902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2026-01-12 09:00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2124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921240" y="4526280"/>
            <a:ext cx="1920240" cy="3200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0" y="45902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2026-01-12 10:00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32120" y="4983480"/>
            <a:ext cx="1828800" cy="411480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5056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98080" y="4983480"/>
            <a:ext cx="20116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5056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5532120"/>
            <a:ext cx="6400800" cy="822960"/>
          </a:xfrm>
          <a:prstGeom prst="rect">
            <a:avLst/>
          </a:prstGeom>
          <a:solidFill>
            <a:srgbClr val="F7F9FC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56235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 (TableView) — booking list updates after Book/Cancel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23560" y="587044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#1001  R101  09:00–10:00  BOOKED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732520" y="2148840"/>
            <a:ext cx="274320" cy="457200"/>
          </a:xfrm>
          <a:prstGeom prst="right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75320" y="3657600"/>
            <a:ext cx="457200" cy="228600"/>
          </a:xfrm>
          <a:prstGeom prst="downArrow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International Islamic University Malaysia (IIUM)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Group 5 (BICS 1301)</dc:creator>
  <cp:lastModifiedBy>Group 5 (BICS 1301)</cp:lastModifiedBy>
  <cp:revision>1</cp:revision>
  <dcterms:created xsi:type="dcterms:W3CDTF">2026-01-12T17:32:18Z</dcterms:created>
  <dcterms:modified xsi:type="dcterms:W3CDTF">2026-01-12T17:32:18Z</dcterms:modified>
</cp:coreProperties>
</file>